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0" autoAdjust="0"/>
    <p:restoredTop sz="94660"/>
  </p:normalViewPr>
  <p:slideViewPr>
    <p:cSldViewPr snapToGrid="0">
      <p:cViewPr varScale="1">
        <p:scale>
          <a:sx n="87" d="100"/>
          <a:sy n="87" d="100"/>
        </p:scale>
        <p:origin x="36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EC63B-9E91-460B-8BED-12A4022FEC58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C4689-9C5D-4F63-A09B-2390C7CF2D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3585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EC63B-9E91-460B-8BED-12A4022FEC58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C4689-9C5D-4F63-A09B-2390C7CF2D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647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EC63B-9E91-460B-8BED-12A4022FEC58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C4689-9C5D-4F63-A09B-2390C7CF2D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8762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EC63B-9E91-460B-8BED-12A4022FEC58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C4689-9C5D-4F63-A09B-2390C7CF2D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276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EC63B-9E91-460B-8BED-12A4022FEC58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C4689-9C5D-4F63-A09B-2390C7CF2D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1573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EC63B-9E91-460B-8BED-12A4022FEC58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C4689-9C5D-4F63-A09B-2390C7CF2D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4162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EC63B-9E91-460B-8BED-12A4022FEC58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C4689-9C5D-4F63-A09B-2390C7CF2D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0622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EC63B-9E91-460B-8BED-12A4022FEC58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C4689-9C5D-4F63-A09B-2390C7CF2D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159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EC63B-9E91-460B-8BED-12A4022FEC58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C4689-9C5D-4F63-A09B-2390C7CF2D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1460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EC63B-9E91-460B-8BED-12A4022FEC58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C4689-9C5D-4F63-A09B-2390C7CF2D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676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EC63B-9E91-460B-8BED-12A4022FEC58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C4689-9C5D-4F63-A09B-2390C7CF2D23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482898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EC63B-9E91-460B-8BED-12A4022FEC58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C4689-9C5D-4F63-A09B-2390C7CF2D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2742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EC63B-9E91-460B-8BED-12A4022FEC58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C4689-9C5D-4F63-A09B-2390C7CF2D23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164030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EC63B-9E91-460B-8BED-12A4022FEC58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C4689-9C5D-4F63-A09B-2390C7CF2D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15121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EC63B-9E91-460B-8BED-12A4022FEC58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C4689-9C5D-4F63-A09B-2390C7CF2D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81889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EC63B-9E91-460B-8BED-12A4022FEC58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C4689-9C5D-4F63-A09B-2390C7CF2D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0763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2EC63B-9E91-460B-8BED-12A4022FEC58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D7C4689-9C5D-4F63-A09B-2390C7CF2D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397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0649C-CD88-7C5D-271F-EFC883729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585" y="531657"/>
            <a:ext cx="10909943" cy="1320800"/>
          </a:xfrm>
        </p:spPr>
        <p:txBody>
          <a:bodyPr/>
          <a:lstStyle/>
          <a:p>
            <a:pPr algn="ctr"/>
            <a:r>
              <a:rPr lang="en-US" dirty="0"/>
              <a:t>Predicting Employee </a:t>
            </a:r>
            <a:r>
              <a:rPr lang="en-US" sz="3200" dirty="0"/>
              <a:t>Attrition</a:t>
            </a:r>
            <a:r>
              <a:rPr lang="en-US" dirty="0"/>
              <a:t> Using Machine Learning Models 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274C257-105F-750E-180F-3F5BA654356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8096" y="1874357"/>
            <a:ext cx="9114738" cy="4308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3200" dirty="0">
                <a:solidFill>
                  <a:schemeClr val="accent1"/>
                </a:solidFill>
                <a:latin typeface="Arial" panose="020B0604020202020204" pitchFamily="34" charset="0"/>
              </a:rPr>
              <a:t>Introduction</a:t>
            </a:r>
            <a:r>
              <a:rPr lang="en-US" altLang="en-US" sz="3200" dirty="0">
                <a:solidFill>
                  <a:schemeClr val="tx1"/>
                </a:solidFill>
                <a:latin typeface="Arial" panose="020B0604020202020204" pitchFamily="34" charset="0"/>
              </a:rPr>
              <a:t>: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Employee attrition causes high cost &amp; reduces productivity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Therefore predicting attrition in advance enables the HR department to take appropriate measures 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 Predict employees likely to leave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these models?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Logistic Regression → simple &amp; interpretable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Random Forest → handles mixed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strong performance for structured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9627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C8BF1-0EC3-04D8-2D83-0725C2420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Dataset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6E5A4DB-FFD6-43F2-AB25-B6A3AD723A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70508" y="1800403"/>
            <a:ext cx="8214969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IBM HR Analytics Employee Attrition Dataset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1470 employees, 35 features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Types of features: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Demographic (Age, Gender, Education)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Job-related (Years at Company, Job Role)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Behavioral (Job Satisfaction, Work-Life Balance)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	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arget variable: Attrition (0 = Stay, 1 = Leave)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Class Imbalance present</a:t>
            </a:r>
          </a:p>
        </p:txBody>
      </p:sp>
    </p:spTree>
    <p:extLst>
      <p:ext uri="{BB962C8B-B14F-4D97-AF65-F5344CB8AC3E}">
        <p14:creationId xmlns:p14="http://schemas.microsoft.com/office/powerpoint/2010/main" val="3450163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35F66-7220-3AFE-870C-C87EDE36A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Methods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D623D94-4629-BBA8-5373-5D5A195787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2115819"/>
            <a:ext cx="7135287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missing values → minimal cleaning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Encoding + scaling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Train-test split (80/20)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SMOTE applied to handle imbalance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Models applied: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Logistic Regression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Random Forest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Hyperparameter tuning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GridSearchCV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/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RandomizedSearchCV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04276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5F5D2-D2CF-B125-BA1B-6DE7DFE7C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Evaluation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6F2EDBA-CEAE-177F-8947-17346BA682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2254319"/>
            <a:ext cx="6263253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Metrics used: Accuracy, Precision, Recall, F1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Before SMOTE → poor recall for class =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After SMOTE: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Logistic Regression → best recall (0.57)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Forest → best balanced model (accuracy 0.76)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stable but slightly weaker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Recall more important than accuracy in HR context</a:t>
            </a:r>
          </a:p>
        </p:txBody>
      </p:sp>
    </p:spTree>
    <p:extLst>
      <p:ext uri="{BB962C8B-B14F-4D97-AF65-F5344CB8AC3E}">
        <p14:creationId xmlns:p14="http://schemas.microsoft.com/office/powerpoint/2010/main" val="1131684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96F05-0FA7-4E03-DA71-67563B65B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Contribution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857A084-9B3A-6189-8945-97E3BA9B32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1497" y="2105077"/>
            <a:ext cx="7507248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Lohitha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Vatti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A00049933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EDA, ML training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Mrinal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Vattiprolu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A00049723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SMOTE, ML training &amp; tuning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Sakshi Ram Wagh – A00052794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Metrics, comparison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Aadithya Vijayan Nambiar – A00052916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Interpretation, conclusion</a:t>
            </a:r>
          </a:p>
        </p:txBody>
      </p:sp>
    </p:spTree>
    <p:extLst>
      <p:ext uri="{BB962C8B-B14F-4D97-AF65-F5344CB8AC3E}">
        <p14:creationId xmlns:p14="http://schemas.microsoft.com/office/powerpoint/2010/main" val="238789626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165</TotalTime>
  <Words>257</Words>
  <Application>Microsoft Office PowerPoint</Application>
  <PresentationFormat>Widescreen</PresentationFormat>
  <Paragraphs>62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Trebuchet MS</vt:lpstr>
      <vt:lpstr>Wingdings 3</vt:lpstr>
      <vt:lpstr>Facet</vt:lpstr>
      <vt:lpstr>Predicting Employee Attrition Using Machine Learning Models </vt:lpstr>
      <vt:lpstr>Dataset</vt:lpstr>
      <vt:lpstr>Methods</vt:lpstr>
      <vt:lpstr>Evaluation</vt:lpstr>
      <vt:lpstr>Contribution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sakshiwagh9021@gmail.com</dc:creator>
  <cp:lastModifiedBy>sakshiwagh9021@gmail.com</cp:lastModifiedBy>
  <cp:revision>2</cp:revision>
  <dcterms:created xsi:type="dcterms:W3CDTF">2025-12-02T19:00:27Z</dcterms:created>
  <dcterms:modified xsi:type="dcterms:W3CDTF">2025-12-02T21:45:56Z</dcterms:modified>
</cp:coreProperties>
</file>